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Répartition des classes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SMS</c:v>
                </c:pt>
              </c:strCache>
            </c:strRef>
          </c:tx>
          <c:spPr>
            <a:solidFill>
              <a:srgbClr val="2E6F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F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69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Ham (légitime)</c:v>
                  </c:pt>
                  <c:pt idx="1">
                    <c:v>Spam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4825</c:v>
                </c:pt>
                <c:pt idx="1">
                  <c:v>747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2E6FD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F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C1C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Modèle 1
(DistilBERT)</c:v>
                  </c:pt>
                  <c:pt idx="1">
                    <c:v>Modèle 2
(BERT-base)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0.9728</c:v>
                </c:pt>
                <c:pt idx="1">
                  <c:v>0.9693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4E9EF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DETECTOR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Détecter automatiquement les SMS indésirables à partir de leur seul contenu texte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77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NLP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11880" y="397764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2E6FDB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3977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397764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F46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3977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— Formation Data Scientist (module IA, 150h)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Demoday — 11.08.2026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: AT&amp;T Inc. — opérateur télécom, 3ᵉ fournisseur mobile aux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F469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utilisateurs AT&amp;T sont constamment exposés à des SMS indésirables (spam). Le filtrage est aujourd'hui réalisé manuellement, sans automatisation.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51206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Enjeu : protéger l'expérience utilisateur, réduire le volume de messages traités manuellement.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011680"/>
            <a:ext cx="502920" cy="502920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20299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de deep learning qui analyse le contenu texte d'un SMS et prédit automatiquement s'il s'agit de spam ou d'un message légitime (ham).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51206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approches testées et comparées : un modèle simple (baseline) puis un modèle par transfer learning.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Detector — Demoday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Spam Collection (UCI) — 5 572 SMS étiquetés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Dataset déséquilibré : ~86% ham / 14% spam.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privilégiera le F1-score plutôt que la seule accuracy.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du texte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0" y="2331720"/>
            <a:ext cx="411480" cy="4114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12280" y="2286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12280" y="2606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des colonnes de parsing résiduelles, encodage cp1252 → texte exploitable.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3246120"/>
            <a:ext cx="411480" cy="411480"/>
          </a:xfrm>
          <a:prstGeom prst="ellipse">
            <a:avLst/>
          </a:prstGeom>
          <a:solidFill>
            <a:srgbClr val="2E6FD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12280" y="3200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stratifié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12280" y="3520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train / 20% test, en conservant la proportion spam/ham dans chaque split.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4160520"/>
            <a:ext cx="411480" cy="411480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1228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Tokenisation sous-mots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812280" y="4434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AutoTokenizer HuggingFace (WordPiece) : découpage en sous-mots, gère les mots inconnus, ajoute [CLS]/[SEP].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5074920"/>
            <a:ext cx="411480" cy="411480"/>
          </a:xfrm>
          <a:prstGeom prst="ellipse">
            <a:avLst/>
          </a:prstGeom>
          <a:solidFill>
            <a:srgbClr val="F4693B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0" y="5074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12280" y="5029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dynamique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812280" y="5349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DataCollatorWithPadding aligne la longueur des séquences au sein de chaque batch, pas du dataset entier.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Detector — Demoday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modèles HuggingFace, une comparaison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principe (transfer learning), deux tailles de modèle — même logique que MobileNet vs Inception-ResNet en vision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Modèle léger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distilbert-base-uncased — ~66M paramètres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Version distillée de BERT (~40% de paramètres en moins)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~60% plus rapide à entraîner et à faire tourner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Fine-tuning via l'API Trainer (HuggingFace)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Bon point de départ, faible coût d'inférence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Modèle plus grand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bert-base-uncased — ~110M paramètres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Modèle BERT complet, ~1.7x plus de paramètres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Même code de fine-tuning, seul le checkpoint change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Entraînement plus long, capacité de représentation accrue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Attendu : meilleure gestion des cas ambigus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(F1-score sur la classe spam)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4617720"/>
          <a:ext cx="6400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7223760" y="50292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notable : DistilBERT fait légèrement mieux 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BERT-base ici — le modèle léger suffit pour cette tâche.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Detector — Demoday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prochaines étapes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obtenue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0.973 (DistilBERT) vs 0.969 (BERT-base) sur la classe spam — le modèle léger égale, voire dépasse légèrement, le plus grand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776472"/>
            <a:ext cx="109728" cy="109728"/>
          </a:xfrm>
          <a:prstGeom prst="ellipse">
            <a:avLst/>
          </a:prstGeom>
          <a:solidFill>
            <a:srgbClr val="F4693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6301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 recommandé : performance égale/supérieure, ~40% de coût en moins (entraînement + inférence)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4233672"/>
            <a:ext cx="109728" cy="109728"/>
          </a:xfrm>
          <a:prstGeom prst="ellipse">
            <a:avLst/>
          </a:prstGeom>
          <a:solidFill>
            <a:srgbClr val="F4693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873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des messages courts, la capacité supplémentaire de BERT-base n'apporte pas de gain mesurable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690872"/>
            <a:ext cx="109728" cy="109728"/>
          </a:xfrm>
          <a:prstGeom prst="ellipse">
            <a:avLst/>
          </a:prstGeom>
          <a:solidFill>
            <a:srgbClr val="F46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5445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 : ajuster le seuil de décision selon le compromis precision/recall souhaité par AT&amp;T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 périmètre de ce livrable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production (API, conteneurisation, monitoring) — non traitée à la demande du commanditaire.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! Questions bienvenues 🙌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2026-08-19T22:09:23Z</dcterms:created>
  <dcterms:modified xsi:type="dcterms:W3CDTF">2026-08-19T22:09:23Z</dcterms:modified>
</cp:coreProperties>
</file>